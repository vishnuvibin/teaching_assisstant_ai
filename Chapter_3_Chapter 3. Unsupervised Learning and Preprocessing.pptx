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Unsupervised Learning and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A78BFA"/>
                </a:solidFill>
                <a:latin typeface="Calibri"/>
              </a:defRPr>
            </a:pPr>
            <a:r>
              <a:t>Introduction to unsupervised learning algorithms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Introduction to Unsupervised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Unsupervised learning algorithms are used to extract knowledge from data without known output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These algorithms are used for exploratory data analysis and preprocessing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Unsupervised learning can be used for dimensionality reduction, feature extraction, and clustering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Types of Unsupervised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Transformations of the dataset: algorithms that create a new representation of the data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Clustering: partitioning data into distinct groups of similar items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Dimensionality reduction: reducing the number of features in the data while retaining most of the information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Preprocessing and Scaling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Preprocessing is used to adjust the features of the data to make it more suitable for algorithms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Scaling is used to ensure that all features are on the same scale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StandardScaler and MinMaxScaler are commonly used scaling methods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Applying Data Transformations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Data transformations can be applied using the fit and transform methods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fit method is used to learn the transformation from the training data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transform method is used to apply the transformation to the test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Dimensionality Reduction, Feature Extraction, and Manifold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Principal Component Analysis (PCA) is a method for dimensionality reduction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PCA rotates the data to find the directions of maximum variance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Non-negative Matrix Factorization (NMF) is a method for feature extraction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t-SNE is a method for manifold learning and visualization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Clustering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Clustering is the task of partitioning the data into groups of similar items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k-Means clustering is a simple and commonly used clustering algorithm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DBSCAN is a density-based clustering algorithm that can handle complex shapes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Agglomerative clustering is a hierarchical clustering algorithm that can handle varying densities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Comparing and Evaluating Clustering Algorithms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Evaluating clustering algorithms can be challenging due to the lack of ground truth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adjusted rand index and normalized mutual information are commonly used metrics for evaluating clustering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silhouette score is a metric for evaluating the quality of clusters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Unsupervised learning algorithms are essential tools for exploratory data analysis and preprocessing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These algorithms can be used for dimensionality reduction, feature extraction, and clustering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Evaluating clustering algorithms can be challenging, but metrics such as the adjusted rand index and silhouette score can be used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