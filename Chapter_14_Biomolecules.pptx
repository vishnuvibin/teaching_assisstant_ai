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Biomolecules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A78BFA"/>
                </a:solidFill>
                <a:latin typeface="Calibri"/>
              </a:defRPr>
            </a:pPr>
            <a:r>
              <a:t>Introduction to biomolecules and their importance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Introduction to Biomolecules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Biomolecules are the building blocks of life, including carbohydrates, proteins, lipids, and nucleic acids.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These molecules are essential for the structure and function of living organisms.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Biomolecules are used as fuel to provide energy for various biological functions.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 field of biochemistry studies the chemistry behind biological processes.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Carbohydrates (Part 1)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Carbohydrates are the most abundant organic compounds in living organisms.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They are also known as saccharides and are composed of carbon, hydrogen, and oxygen.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Carbohydrates can be classified into monosaccharides, oligosaccharides, and polysaccharides.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Monosaccharides are simple sugars, such as glucose and fructose, and cannot be hydrolyzed further.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Carbohydrates (Part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Oligosaccharides are composed of two or more monosaccharides linked together.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Polysaccharides are large molecules composed of many monosaccharide units.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Examples of polysaccharides include starch, cellulose, and glycogen.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Carbohydrates play important roles in energy storage and structural support in living organisms.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Proteins (Part 1)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Proteins are polymers of amino acids and are essential for various biological functions.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Amino acids are the building blocks of proteins and have a central carbon atom bonded to an amino group, a carboxyl group, and a side chain.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There are 20 different amino acids that can be combined to form a vast array of proteins.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Proteins can be classified into different types based on their structure and function.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Proteins (Part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 primary structure of a protein refers to the sequence of amino acids.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 secondary structure of a protein refers to the arrangement of amino acids in space, including alpha helices and beta sheets.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 tertiary structure of a protein refers to the overall 3D shape of the protein.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Proteins can also have a quaternary structure, which refers to the arrangement of multiple polypeptide chains.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Lipids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Lipids are a diverse group of biomolecules that are insoluble in water but soluble in organic solvents.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Lipids play important roles in energy storage, cell signaling, and structural support in living organisms.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Examples of lipids include fats, oils, and steroids.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Lipids can be classified into different types based on their structure and function.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Vitamins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Vitamins are essential nutrients that are required by living organisms in small amounts.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Vitamins can be classified into fat-soluble and water-soluble vitamins.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Fat-soluble vitamins include vitamins A, D, E, and K, while water-soluble vitamins include the B vitamins and vitamin C.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Vitamins play important roles in various biological processes, including energy production and immune function.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Nucleic Acids (Part 1)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Nucleic acids are biomolecules that contain genetic information.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There are two main types of nucleic acids: DNA (deoxyribonucleic acid) and RNA (ribonucleic acid).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Nucleic acids are composed of nucleotides, which are linked together to form a polynucleotide chain.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 sequence of nucleotides in a nucleic acid determines the genetic information encoded in the molecule.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Nucleic Acids (Part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DNA is a double-stranded helix, with two complementary strands of nucleotides.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RNA is a single-stranded molecule that plays important roles in protein synthesis and other cellular processes.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Nucleic acids are essential for the transmission of genetic information from one generation to the next.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Nucleic acids also play important roles in the regulation of gene expression and the synthesis of proteins.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280160"/>
            <a:ext cx="10332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Biomolecules are the building blocks of life and play essential roles in various biological processes.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Understanding the structure and function of biomolecules is crucial for understanding the mechanisms of life.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Biomolecules are diverse and complex, and their study requires an interdisciplinary approach.</a:t>
            </a:r>
          </a:p>
          <a:p>
            <a:pPr>
              <a:spcAft>
                <a:spcPts val="14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The study of biomolecules has many practical applications in fields such as medicine, agriculture, and biotechnology.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