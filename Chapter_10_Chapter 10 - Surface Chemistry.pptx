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Unit 10 Surface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Introduction to surface chemistry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 to Surface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Surface chemistry deals with the interaction between two phases, such as solid-gas or solid-liquid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It involves the study of adsorption, absorption, and catalysis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Understanding surface chemistry is crucial in various fields, including chemistry, physics, and materials science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chapter will cover key concepts, including physisorption, chemisorption, and adsorption isotherms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Surface chemistry has numerous applications in industries, such as catalysis, coatings, and nanotechnology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Adsorption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Adsorption is the process of accumulation of molecules on the surface of a material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It can be classified into two types: physisorption and chemisorption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Physisorption is an exothermic process, where the adsorbate molecules are held by weak van der Waals forces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Chemisorption is a chemical reaction between the adsorbate and the surface, resulting in a strong bond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Adsorption leads to a decrease in randomness, and the entropy change (DS) is negative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Adsorption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For adsorption to occur, the Gibbs free energy change (DG) should be negative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relationship between DG, DH, and DS is given by the equation: DG = DH - TS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If DS is negative, TS is positive, and DG will be negative only when DH is negative and DH &gt; TS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Adsorption isotherms are used to describe the relationship between the amount of adsorbate and the pressure or concentration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Langmuir adsorption isotherm is a common model used to describe adsorption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Colloids and Emulsions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Colloids are mixtures of two phases, where one phase is dispersed in another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Emulsions are a type of colloid, where a liquid is dispersed in another liquid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dispersed phase and the dispersion medium can be either gas, liquid, or solid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Examples of colloids include pyroxylin (nitro cellulose) and butter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coagulating power and coagulation value are important factors in determining the stability of colloids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Coagulation and Flocculation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Coagulation is the process of aggregating colloidal particles to form larger particles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Flocculation is the process of forming a network of particles, leading to the separation of the colloidal phase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Hardy-Schulze rule states that the coagulating power of an ion is proportional to the sixth power of its valency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coagulation value is a measure of the minimum amount of electrolyte required to coagulate a colloid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Tyndall effect is a phenomenon where light is scattered by colloidal particles, indicating their presence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Catalysis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Catalysis is the process of increasing the rate of a chemical reaction using a catalyst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catalyst can be either a homogeneous or heterogeneous catalyst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Homogeneous catalysis occurs when the catalyst and reactants are in the same phase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Heterogeneous catalysis occurs when the catalyst and reactants are in different phases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catalyst can be either a solid, liquid, or gas, and its surface area plays a crucial role in determining its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Surface chemistry is a vital field that deals with the interaction between two phases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Key concepts, including adsorption, colloids, and catalysis, have been discussed in detail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chapter has covered various topics, including physisorption, chemisorption, and adsorption isotherms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importance of surface chemistry in various industries, such as catalysis, coatings, and nanotechnology, has been highlighted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final takeaway is that surface chemistry is a complex and fascinating field that requires a deep understanding of its underlying principles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