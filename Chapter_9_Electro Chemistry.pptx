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Electrochemistry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78BFA"/>
                </a:solidFill>
                <a:latin typeface="Calibri"/>
              </a:defRPr>
            </a:pPr>
            <a:r>
              <a:t>Study of Electrical Energy Transport and Interconversion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Electrochemistry is the branch of chemistry that deals with the study of electrical energy transport and the interconversion of electrical and chemical energy.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Electrochemical reactions are redox reactions that involve the transfer of electrons from one substance to another.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chapter covers the basics of electrochemistry, including conductivity, electrochemical cells, and electrolysis.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Conductivity of Electrolytic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Conductivity is the ability of a solution to conduct electricity.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conductivity of an electrolytic solution is measured using a conductivity cell.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specific conductance (κ) is the conductance of a cube of an electrolytic solution of unit dimensions.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Conductivity of Electrolytic Solutions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molar conductance (Λm) is the conductance of a solution containing one mole of an electrolyte.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equivalent conductance (Λ) is the conductance of a solution containing one gram equivalent of an electrolyte.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conductivity of a solution depends on the nature of the electrolyte, the concentration of the solution, and the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Electrochemical Cells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An electrochemical cell is a device that converts chemical energy into electrical energy or vice versa.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There are two types of electrochemical cells: galvanic cells and electrolytic cells.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 galvanic cell is a device that generates an electric current from a spontaneous chemical reaction.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Galvanic Cells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 galvanic cell consists of two half-cells: an anode and a cathode.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anode is the electrode where oxidation occurs, and the cathode is the electrode where reduction occurs.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cell potential (Ecell) is the difference between the electrode potentials of the cathode and anode.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Electrolytic Cells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An electrolytic cell is a device that uses an electric current to drive a non-spontaneous chemical reaction.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cell consists of two electrodes: an anode and a cathode.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anode is the electrode where oxidation occurs, and the cathode is the electrode where reduction occurs.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Faraday's Laws of Electrolysis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Faraday's first law states that the mass of a substance deposited at an electrode is directly proportional to the quantity of charge passed.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Faraday's second law states that the mass of a substance deposited at an electrode is proportional to the electrochemical equivalent of the substance.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electrochemical equivalent is the amount of substance deposited by a charge of 1 coulomb.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Batteries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 battery is a device that stores chemical energy and converts it into electrical energy.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There are two types of batteries: primary batteries and secondary batteries.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Primary batteries are non-rechargeable, while secondary batteries are rechargeable.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Corrosion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Corrosion is the deterioration of a metal due to a redox reaction with its environment.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Corrosion occurs when a metal is exposed to oxygen and moisture.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Corrosion can be prevented by coating the metal with a protective layer or by using a sacrificial anode.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Electrochemistry is the study of electrical energy transport and the interconversion of electrical and chemical energy.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chapter covered the basics of electrochemistry, including conductivity, electrochemical cells, and electrolysis.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Understanding electrochemistry is important for the development of new technologies, such as batteries and fuel cells.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