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Organic Nitrogen Compounds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78BFA"/>
                </a:solidFill>
                <a:latin typeface="Calibri"/>
              </a:defRPr>
            </a:pPr>
            <a:r>
              <a:t>Introduction to Organic Nitrogen Compounds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Organic compounds containing nitrogen are essential to life.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Amines, the organic derivatives of ammonia, play an important role in bioregulation and neurotransmission.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Pyridoxine, Vitamin B6, is an organic nitrogen compound needed to maintain the health of nerves, skin, and red blood cells.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Nitro Compounds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Nitro compounds are considered derivatives of hydrocarbons.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If one of the hydrogen atoms of a hydrocarbon is replaced by the -NO2 group, the resultant organic compound is called a nitrocompound.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Nitro compounds can be classified into aliphatic and aromatic nitro compounds.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Classification of Nitro Compounds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Nitro compounds can be classified into primary, secondary, and tertiary nitroalkanes based on the type of carbon atom to which the nitro (-NO2) group is attached.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Primary nitroalkanes have the nitro group attached to a primary carbon atom.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Secondary nitroalkanes have the nitro group attached to a secondary carbon atom.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Tertiary nitroalkanes have the nitro group attached to a tertiary carbon atom.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Nomenclature of Nitroalkanes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In the IUPAC nomenclature, nitroalkanes are named by adding the prefix 'nitro' before the name of the alkane.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position of the nitro group is indicated by a number.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For example, CH3CH2NO2 is named as 1-nitropropane.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Isomerism in Nitroalkanes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Nitroalkanes exhibit chain and position isomerism among their own class and functional isomerism with alkyl nitrites.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Chain isomerism occurs when the length of the carbon chain is different.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Position isomerism occurs when the position of the nitro group is different.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Preparation of Nitroalkanes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Nitroalkanes can be prepared from alkyl halides by heating with ethanolic solution of potassium nitrite.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Nitroalkanes can also be prepared by the vapour phase nitration of alkanes.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Nitroalkanes can be prepared from α-halocarboxylic acid by boiling with aqueous solution of sodium nitrite.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Physical and Chemical Properties of Nitroalkanes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Nitroalkanes are colourless, pleasant-smelling liquids.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Nitroalkanes are sparingly soluble in water but readily soluble in organic solvents.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Nitroalkanes undergo reduction, hydrolysis, and halogenation reactions.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Amines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Amines are organic derivatives of ammonia.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Amines can be classified into primary, secondary, and tertiary amines based on the number of alkyl groups attached to the nitrogen atom.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Amines can be prepared from nitro compounds, nitriles, and amides.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Preparation of Amines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Amines can be prepared by the reduction of nitro compounds using H2/Ni or Sn/HCl.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Amines can be prepared by the reduction of nitriles using H2/Ni or LiAlH4.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Amines can be prepared by the reduction of amides using LiAlH4.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Properties of Amines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Amines are basic in nature and react with acids to form salts.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Amines undergo alkylation, acylation, and reaction with nitrous acid.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Amines can be distinguished using the carbylamine test and the mustard oil reaction.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Diazonium Salts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Diazonium salts are prepared by the reaction of aromatic amines with nitrous acid.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Diazonium salts are stable only for a short time and are used immediately after preparation.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Diazonium salts undergo replacement reactions involving loss of nitrogen and coupling reactions.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Organic nitrogen compounds are essential to life and play an important role in bioregulation and neurotransmission.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Nitro compounds and amines are two important classes of organic nitrogen compounds.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Diazonium salts are used as intermediates in the preparation of various organic compounds.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